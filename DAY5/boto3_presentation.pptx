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00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1719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2D3E55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2286000"/>
            <a:ext cx="2743200" cy="2743200"/>
          </a:xfrm>
          <a:prstGeom prst="ellipse">
            <a:avLst/>
          </a:prstGeom>
          <a:solidFill>
            <a:srgbClr val="FF9900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Boto3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SDK for Python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AWS services programmatically with Python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931920"/>
            <a:ext cx="1645920" cy="3657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931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v1.34+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Boto3?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91440" cy="10058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Boto3 is Amazon's official AWS SDK for Python — it lets you interact with AWS services like S3, EC2, DynamoDB, Lambda, and 200+ more, directly from your Python code.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28600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286000"/>
            <a:ext cx="2651760" cy="7315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4231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🔌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2920" y="3108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Low-Level Client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35661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AWS API calls, returns raw dictionaries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228600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286000"/>
            <a:ext cx="2651760" cy="7315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24231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📦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337560" y="3108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Resource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35661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Object-oriented abstraction for AWS resources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228600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2286000"/>
            <a:ext cx="2651760" cy="7315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24231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🔄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72200" y="3108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Paginators &amp; Waiters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72200" y="35661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large results &amp; poll for state changes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Installation &amp; Setup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via pip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931920" y="960120"/>
            <a:ext cx="484632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0" y="10058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boto3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286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AWS credentials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931920" y="2240280"/>
            <a:ext cx="484632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0" y="22860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configure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56616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3566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and use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931920" y="3520440"/>
            <a:ext cx="484632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0" y="35661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boto3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 = boto3.client("s3")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solidFill>
            <a:srgbClr val="FFF4E5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64515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Credentials can also be set via environment variables: AWS_ACCESS_KEY_ID, AWS_SECRET_ACCESS_KEY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Example 1 — S3: Storage Operations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192024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60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 all buckets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boto3.</a:t>
            </a: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('s3')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s3.</a:t>
            </a: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list_buckets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</a:t>
            </a: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resp[</a:t>
            </a: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'Buckets'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(b[</a:t>
            </a: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914400"/>
            <a:ext cx="4023360" cy="205740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8458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Upload file to S3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83480" y="132588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boto3.</a:t>
            </a: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('s3')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s3.</a:t>
            </a: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upload_file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'local.txt'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'my-bucket'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'remote.txt'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3017520"/>
            <a:ext cx="8595360" cy="173736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Read an object from S3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4290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s3.</a:t>
            </a: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get_object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(Bucket=</a:t>
            </a: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'my-bucket'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Key=</a:t>
            </a: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'file.txt'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response[</a:t>
            </a: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'Body'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</a:t>
            </a: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('utf-8')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Example 2 — EC2 &amp; SQS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4114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412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EC2 — List Instances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4023360" cy="2450592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508760"/>
            <a:ext cx="3749040" cy="2029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ec2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boto3.</a:t>
            </a:r>
            <a:r>
              <a:rPr lang="en-US" sz="9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    'ec2',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region_name=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'us-east-1'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)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ec2.</a:t>
            </a:r>
            <a:r>
              <a:rPr lang="en-US" sz="9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describe_instances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 </a:t>
            </a: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resp[</a:t>
            </a: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'Reservations'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]: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</a:t>
            </a: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r[</a:t>
            </a: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'Instances'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]: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(i[</a:t>
            </a: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'InstanceId'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846320" y="914400"/>
            <a:ext cx="4023360" cy="4114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914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SQS — Send Message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325880"/>
            <a:ext cx="4023360" cy="242316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1497464"/>
            <a:ext cx="37490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sqs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boto3.</a:t>
            </a: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('sqs')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'https://sqs...'
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send_message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QueueUrl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=url,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MessageBody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'Hello Boto3!'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794760"/>
            <a:ext cx="85953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794760"/>
            <a:ext cx="73152" cy="10972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Paginator: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E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paginator = ec2.get_paginator('describe_instances')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D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Waiter: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E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waiter = ec2.get_waiter('instance_running'); waiter.wait(InstanceIds=[id])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Example 3 — DynamoDB (Resource API)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20885"/>
            <a:ext cx="5394960" cy="393192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boto3
</a:t>
            </a:r>
            <a:r>
              <a:rPr lang="en-US" sz="800" dirty="0" err="1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dynamodb</a:t>
            </a:r>
            <a:r>
              <a:rPr lang="en-US" sz="800" dirty="0"/>
              <a:t>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boto3.</a:t>
            </a:r>
            <a:r>
              <a:rPr lang="en-US" sz="8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('dynamodb')
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dynamodb.</a:t>
            </a:r>
            <a:r>
              <a:rPr lang="en-US" sz="8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('Users')
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# Put item
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table.</a:t>
            </a:r>
            <a:r>
              <a:rPr lang="en-US" sz="8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put_item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(Item={
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'user_id'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8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'abc'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'name'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8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'Alice'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'age'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8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})
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# Get item
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table.</a:t>
            </a:r>
            <a:r>
              <a:rPr lang="en-US" sz="8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get_item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Key={</a:t>
            </a:r>
            <a:r>
              <a:rPr lang="en-US" sz="8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'user_id'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8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'abc'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)
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(resp[</a:t>
            </a:r>
            <a:r>
              <a:rPr lang="en-US" sz="8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'Item'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760720" y="914400"/>
            <a:ext cx="31089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06440" y="960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🏗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355080" y="9601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API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55080" y="126187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Higher-level than client — works with Python objects, not raw dicts.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760720" y="1874520"/>
            <a:ext cx="31089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06440" y="192024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355080" y="19202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Key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55080" y="222199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DynamoDB operation requires the full primary key (partition + sort key if defined).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760720" y="2834640"/>
            <a:ext cx="31089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806440" y="288036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55080" y="28803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Writes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318211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batch_writer() to efficiently write hundreds of items in one call.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760720" y="3794760"/>
            <a:ext cx="31089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806440" y="384048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55080" y="38404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vs Scan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41422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query() uses key conditions (fast). scan() checks all items (slow, avoid on large tables).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57200" cy="45720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1280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boto3 is the official Python SDK for AWS — install with pip install boto3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65760" y="2029968"/>
            <a:ext cx="457200" cy="45720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20299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= low-level raw API; Resource = high-level object-oriented API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365760" y="2779776"/>
            <a:ext cx="457200" cy="45720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☁️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27797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200+ AWS services: S3, EC2, DynamoDB, Lambda, SQS and more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365760" y="3529584"/>
            <a:ext cx="457200" cy="45720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35295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Paginators for large result sets and Waiters for polling resource state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365760" y="4279392"/>
            <a:ext cx="457200" cy="45720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42793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 via aws configure, environment variables, or IAM roles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0" name="Text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docs.boto3.amazonaws.com  |  pip install boto3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666</Words>
  <Application>Microsoft Office PowerPoint</Application>
  <PresentationFormat>On-screen Show (16:9)</PresentationFormat>
  <Paragraphs>110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Boto3 - AWS SDK for Python</dc:title>
  <dc:subject>PptxGenJS Presentation</dc:subject>
  <dc:creator>PptxGenJS</dc:creator>
  <cp:lastModifiedBy>Palani Karthikeyan</cp:lastModifiedBy>
  <cp:revision>2</cp:revision>
  <dcterms:created xsi:type="dcterms:W3CDTF">2026-02-27T06:55:40Z</dcterms:created>
  <dcterms:modified xsi:type="dcterms:W3CDTF">2026-02-27T06:59:19Z</dcterms:modified>
</cp:coreProperties>
</file>